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91695" cy="393192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73152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30952"/>
            <a:ext cx="12191695" cy="73152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3A6B"/>
                </a:solidFill>
                <a:latin typeface="Calibri"/>
              </a:rPr>
              <a:t>Imam Abdulrahman Bin Faisal University - College of Business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Ticket Sales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COMP308 - Programming for Business | Final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89B3C"/>
                </a:solidFill>
                <a:latin typeface="Calibri"/>
              </a:rPr>
              <a:t>Academic Year 2025 - 2026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A6B"/>
                </a:solidFill>
                <a:latin typeface="Calibri"/>
              </a:rPr>
              <a:t>Group Leader: Mohammad Alahmadi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Group Members: Mohammed Abbas Algaramiz  |  Muhannad Almasad  |  Adeeb Alzahrani  |  Abdulsalam Almutairi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Problem Statement and Background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Project Objectives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Methodology and Tools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System Features and Workflow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Sample Data - Saudi Events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Visualisations: Bar Chart and Line Chart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Descriptive Statistics and Business Insights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Values, Ethics and Data Privacy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Teamwork and Task Distribution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 Conclusion and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 and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3A6B"/>
                </a:solidFill>
                <a:latin typeface="Calibri"/>
              </a:rPr>
              <a:t>The Saudi events industry is growing fast under Vision 2030.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Mega events: Riyadh Season, MDLBeast Soundstorm, Saudi Pro League, Jeddah F1.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Event companies need to track ticket sales, customers and revenue every day.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Manual tracking on paper or spreadsheets is slow and error-prone.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Reports for management are usually delayed or inconsistent.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A simple, reliable digital system would save time and improve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Build a working console-based Python application.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Use pandas for data handling and matplotlib for charts.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Store ticket records in a CSV file for persistence.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Provide a menu: Add, View, Search, Reports, Quit.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Generate a bar chart, a line chart and descriptive statistics.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Handle invalid input and missing data without crashing.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 Apply the system to a realistic Saudi events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Methodology and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3A6B"/>
                </a:solidFill>
                <a:latin typeface="Calibr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Read the project brief and agree on the plan.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Design a modular structure (one function per feature).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Write and test each function on its own.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Combine the functions into a single program.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Validate the output against the project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3A6B"/>
                </a:solidFill>
                <a:latin typeface="Calibri"/>
              </a:rPr>
              <a:t>Tools and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Python 3.12 (programming language).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pandas (data handling and statistics).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matplotlib (bar chart and line chart).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datetime (validate purchase dates).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os (check that the CSV file exists).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Visual Studio Code + GitHub for collaboration.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Features - Main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3A6B"/>
                </a:solidFill>
                <a:latin typeface="Calibri"/>
              </a:rPr>
              <a:t>Menu-driven interface, accessible after a successful login.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20240"/>
            <a:ext cx="7589520" cy="3291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057400"/>
            <a:ext cx="73152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9FF14"/>
                </a:solidFill>
                <a:latin typeface="Consolas"/>
              </a:rPr>
              <a:t>************MAIN MENU**************
A: Enter Ticket Details
B: View Ticket Details
C: Search by Ticket ID
D: Produce Reports
Q: Quit / Log Out
Please enter your choice: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Login: username admin / password admin123 - up to 3 attempts.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Core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login() - validates credentials, allows three attempts.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add_ticket() - auto-generates Ticket ID, validates date / price / quantity, calculates total cost, saves to CSV.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view_tickets() - reads the CSV and prints all records in a clean table.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search_ticket() - finds a single ticket by ID using pandas Boolean indexing.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produce_reports() - creates the bar chart, line chart and descriptive statistics.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main_menu() - the loop that shows the menu and routes the user's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Sample Data - Saudi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3A6B"/>
                </a:solidFill>
                <a:latin typeface="Calibri"/>
              </a:rPr>
              <a:t>25 records covering 9 local events (October 2025 - February 2026).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Ticket ID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Event Name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Customer Name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Total Cost (SAR)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Riyadh Season Concert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Khalid Al-Saud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2025-11-05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500.00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Jeddah F1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Faisal Al-Harbi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2025-12-02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800.00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MDLBeast Soundstorm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Omar Al-Zahrani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2025-12-12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1200.00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Diriyah Tennis Cup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Yousef Al-Subaie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2026-02-05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400.00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AlUla Music Festival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Nasser Al-Otaibi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2026-01-18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600.00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Visualisation 1 - Total Tickets Sold by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r_chart_sales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77240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3716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A6B"/>
                </a:solidFill>
                <a:latin typeface="Calibri"/>
              </a:rPr>
              <a:t>Top events: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Boulevard World - 12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Riyadh Season - 9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Saudi Pro League - 8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MDLBeast - 7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75488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Low price drives high volume - Boulevard World leads on units sold.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Visualisation 2 - Sales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ne_chart_sale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77240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3716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A6B"/>
                </a:solidFill>
                <a:latin typeface="Calibri"/>
              </a:rPr>
              <a:t>Pattern: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Peak: 15 Dec 2025 (5 tickets).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Quiet days: 1 ticket only.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Heaviest activity: mid-Nov to mid-Dec.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Slow patch: late Jan - early Feb.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Descriptive Statistics - Daily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6304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2.50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3A6B"/>
                </a:solidFill>
                <a:latin typeface="Calibri"/>
              </a:rPr>
              <a:t>What the numbers tell us: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Mean (2.5) &gt; Median (2): a few peak days lift the average.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Range = 4 tickets when avg is only 2.5 → uneven flow.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Std dev 1.06 → typical day varies by ±1 ticket.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 Useful for staffing and marketing planning.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Critical Interpretation - Business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Volume vs revenue: Boulevard World leads on units (12) but Jeddah F1 (3 tickets) brings more revenue (2,400 SAR vs 900 SAR).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Pricing strategy: low price → high volume; premium price → high revenue. Both have a place in the company's portfolio.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Demand clusters: ticket sales follow event hype and salary cycles, not a smooth daily flow.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Action 1 - Promote on quiet days (e.g. mid-week email offers).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Action 2 - Boost staffing on peak days to keep customer service smooth.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Action 3 - Use "buy 2 get 1" type promotions to lift average days into peaks.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Values, Ethics and Data Privacy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A6B"/>
                </a:solidFill>
                <a:latin typeface="Calibri"/>
              </a:rPr>
              <a:t>Designed in line with the Saudi Personal Data Protection Law (PDPL, 2023).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Login required - prevents casual access to customer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Local CSV storage - data never leaves the company's machine.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Data minimisation - only essential fields collected (no IDs, phones, payment details).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Limitations recognised: plain-text password and unencrypted CSV are fine for a prototype but not production.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 Future deployment would use hashed passwords and an encrypted database (e.g. MySQL).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Teamwork and Task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762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Main Responsibility</a:t>
                      </a:r>
                    </a:p>
                  </a:txBody>
                  <a:tcPr>
                    <a:solidFill>
                      <a:srgbClr val="143A6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Mohammad Alahmadi (Leader)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Coordination, code structure, login &amp; menu, final review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Mohammed Abbas Algaramiz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Sample data, CSV design, validation testing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Muhannad Almasad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Reports function, charts, descriptive statistics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Adeeb Alzahrani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Written report, methodology, references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Abdulsalam Almutairi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Slide design, ethics section, presentation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4 group meetings | WhatsApp + Google Drive | every section reviewed by at least one peer.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and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A6B"/>
                </a:solidFill>
                <a:latin typeface="Calibri"/>
              </a:rPr>
              <a:t>We delivered a working system that meets every requirement in the project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 Login + 5-option menu + CSV storage + 3 reports - all working.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 Real Saudi context produced realistic and meaningful insights.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 Modular code is easy to read, test and extend.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A6B"/>
                </a:solidFill>
                <a:latin typeface="Calibri"/>
              </a:rPr>
              <a:t>Future improvements: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 Hashed passwords + encrypted database (SQLite or MySQL).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 Graphical interface (Tkinter / Streamlit) for non-technical staff.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 Payment-gateway integration and monthly / quarterly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COMP308 - Programming for Business | IAU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